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828800"/>
            <a:ext cx="2286000" cy="22860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E-Commerce Platform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Spring Boot MVC Web Application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4114800" cy="36576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310896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131D3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108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03120" y="310896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131D35"/>
          </a:solidFill>
          <a:ln/>
        </p:spPr>
      </p:sp>
      <p:sp>
        <p:nvSpPr>
          <p:cNvPr id="13" name="Text 10"/>
          <p:cNvSpPr/>
          <p:nvPr/>
        </p:nvSpPr>
        <p:spPr>
          <a:xfrm>
            <a:off x="2103120" y="3108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49040" y="310896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131D35"/>
          </a:solidFill>
          <a:ln/>
        </p:spPr>
      </p:sp>
      <p:sp>
        <p:nvSpPr>
          <p:cNvPr id="15" name="Text 12"/>
          <p:cNvSpPr/>
          <p:nvPr/>
        </p:nvSpPr>
        <p:spPr>
          <a:xfrm>
            <a:off x="3749040" y="3108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94960" y="310896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131D35"/>
          </a:solidFill>
          <a:ln/>
        </p:spPr>
      </p:sp>
      <p:sp>
        <p:nvSpPr>
          <p:cNvPr id="17" name="Text 14"/>
          <p:cNvSpPr/>
          <p:nvPr/>
        </p:nvSpPr>
        <p:spPr>
          <a:xfrm>
            <a:off x="5394960" y="3108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310896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131D3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31089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Auth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31D35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Java • RESTful Controllers • Paginated Catalog • Integrated Payments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32004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13716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202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920240" cy="13716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05840"/>
            <a:ext cx="192024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2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920240" cy="13716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192024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/ Page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1005840"/>
            <a:ext cx="1920240" cy="13716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100584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494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Secured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ECO?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" y="30632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is a full-featured online shopping platform built with Spring Boot MVC. </a:t>
            </a:r>
            <a:pPr indent="0" marL="0">
              <a:buNone/>
            </a:pPr>
            <a:r>
              <a:rPr lang="en-US" sz="14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two distinct roles — Admin and User — each with dedicated dashboards, authentication flows, and capabilities.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137160" cy="1371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840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with pagination (6 products/page)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137160" cy="1371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session-based login for both Admin &amp; User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137160" cy="1371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with real-time stock management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709160"/>
            <a:ext cx="137160" cy="1371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 gateway integration + email confirmation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4114800" cy="4572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60120"/>
            <a:ext cx="3840480" cy="6400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54864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96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Browser / Client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Templates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600200"/>
            <a:ext cx="0" cy="137160"/>
          </a:xfrm>
          <a:prstGeom prst="line">
            <a:avLst/>
          </a:prstGeom>
          <a:noFill/>
          <a:ln w="25400">
            <a:solidFill>
              <a:srgbClr val="00D4F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1737360"/>
            <a:ext cx="3840480" cy="6400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737360"/>
            <a:ext cx="54864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739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Controller 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@Controller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377440"/>
            <a:ext cx="0" cy="137160"/>
          </a:xfrm>
          <a:prstGeom prst="line">
            <a:avLst/>
          </a:prstGeom>
          <a:noFill/>
          <a:ln w="25400">
            <a:solidFill>
              <a:srgbClr val="7B2FB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2514600"/>
            <a:ext cx="3840480" cy="6400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514600"/>
            <a:ext cx="54864" cy="64008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51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3154680"/>
            <a:ext cx="0" cy="137160"/>
          </a:xfrm>
          <a:prstGeom prst="line">
            <a:avLst/>
          </a:prstGeom>
          <a:noFill/>
          <a:ln w="25400">
            <a:solidFill>
              <a:srgbClr val="00C89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3291840"/>
            <a:ext cx="3840480" cy="6400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28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Repository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Spring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68880" y="3931920"/>
            <a:ext cx="0" cy="137160"/>
          </a:xfrm>
          <a:prstGeom prst="line">
            <a:avLst/>
          </a:prstGeom>
          <a:noFill/>
          <a:ln w="25400">
            <a:solidFill>
              <a:srgbClr val="FF6B3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" y="4069080"/>
            <a:ext cx="3840480" cy="6400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069080"/>
            <a:ext cx="54864" cy="6400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105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 Database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Controllers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29200" y="1389888"/>
            <a:ext cx="3749040" cy="493776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1389888"/>
            <a:ext cx="45720" cy="4937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14264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ProductController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1645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pagination, image upload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1984248"/>
            <a:ext cx="3749040" cy="493776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0" y="1984248"/>
            <a:ext cx="45720" cy="493776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20208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AdminController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2240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2578608"/>
            <a:ext cx="3749040" cy="493776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29200" y="2578608"/>
            <a:ext cx="45720" cy="4937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6151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UserController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28346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logout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0" y="3172968"/>
            <a:ext cx="3749040" cy="493776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29200" y="3172968"/>
            <a:ext cx="45720" cy="493776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209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CartController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66360" y="3429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Add/remove, stock sync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0" y="3767328"/>
            <a:ext cx="3749040" cy="493776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29200" y="3767328"/>
            <a:ext cx="45720" cy="4937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8" name="Text 46"/>
          <p:cNvSpPr/>
          <p:nvPr/>
        </p:nvSpPr>
        <p:spPr>
          <a:xfrm>
            <a:off x="5166360" y="3803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PaymentController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66360" y="40233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checkout &amp; orders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0" y="4361688"/>
            <a:ext cx="3749040" cy="493776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029200" y="4361688"/>
            <a:ext cx="45720" cy="493776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52" name="Text 50"/>
          <p:cNvSpPr/>
          <p:nvPr/>
        </p:nvSpPr>
        <p:spPr>
          <a:xfrm>
            <a:off x="5166360" y="43982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MailController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66360" y="46177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4572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17830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Management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09728" cy="1097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17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products with image upload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109728" cy="1097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existing product details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139696"/>
            <a:ext cx="109728" cy="1097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products from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432304"/>
            <a:ext cx="109728" cy="1097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Auto-timestamp image naming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005840"/>
            <a:ext cx="4114800" cy="17830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005840"/>
            <a:ext cx="411480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Control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83480" y="1554480"/>
            <a:ext cx="109728" cy="10972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1517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stock (+1 per click)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1847088"/>
            <a:ext cx="109728" cy="10972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quantity tracking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2139696"/>
            <a:ext cx="109728" cy="10972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prevention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2432304"/>
            <a:ext cx="109728" cy="10972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sync with cart orders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971800"/>
            <a:ext cx="4114800" cy="17830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971800"/>
            <a:ext cx="41148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&amp; Security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3520440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483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product grid (6/page)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813048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admin auth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105656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069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Cache-control headers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398264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361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Redirect-on-unauthorized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2971800"/>
            <a:ext cx="4114800" cy="17830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2971800"/>
            <a:ext cx="41148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498348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Management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983480" y="3520440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0" y="3483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customer orders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983480" y="3813048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0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status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83480" y="4105656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4069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verification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983480" y="4398264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0" y="4361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contact info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EXPERIENCE &amp; CART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4572000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280160"/>
            <a:ext cx="21031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4792" y="9601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7B2FBE"/>
          </a:solidFill>
          <a:ln/>
        </p:spPr>
      </p:sp>
      <p:sp>
        <p:nvSpPr>
          <p:cNvPr id="9" name="Text 7"/>
          <p:cNvSpPr/>
          <p:nvPr/>
        </p:nvSpPr>
        <p:spPr>
          <a:xfrm>
            <a:off x="1764792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Catalog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99232" y="1280160"/>
            <a:ext cx="21031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9544" y="9601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9544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43984" y="1280160"/>
            <a:ext cx="21031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54296" y="9601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654296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88736" y="1280160"/>
            <a:ext cx="21031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9048" y="9601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48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33488" y="1280160"/>
            <a:ext cx="21031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9601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Cart Intelligence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2240280"/>
            <a:ext cx="3931920" cy="10972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Smart Cart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duplicate products and increments qty automatically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240280"/>
            <a:ext cx="3931920" cy="10972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Stock Guard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add-to-cart when quantity is 0; redirects with error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3931920" cy="10972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Live Sync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product inventory on every add-to-cart action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520440"/>
            <a:ext cx="3931920" cy="10972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Easy Remove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item removal with instant cart refresh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PAYMENT &amp; NOTIFICATIONS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36576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3832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💳  Razorpay Integration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order creation via Razorpay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29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passed in paise (total × 100)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67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receipt ID per transaction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42616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 with rzp_test credentials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80944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44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phone &amp; email passed to payment page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19272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handler saves Order to DB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21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stored as 'SUCCESS'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114800" cy="164592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60120"/>
            <a:ext cx="41148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✉️  Email Notifications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46320" y="1554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confirmation sent to the customer's registered address immediately after successful payment using a dedicated EmailService.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788920"/>
            <a:ext cx="4114800" cy="155448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788920"/>
            <a:ext cx="411480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2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Session Security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846320" y="3401568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374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invalidation on logout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621024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593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JSESSIONID cookie cleared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840480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813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Cache-control headers on all routes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4059936"/>
            <a:ext cx="91440" cy="914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40325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route protection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32004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169164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11430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19019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Auto-config, embedded Tomcat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2011680" cy="169164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05840"/>
            <a:ext cx="201168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3" name="Shape 11"/>
          <p:cNvSpPr/>
          <p:nvPr/>
        </p:nvSpPr>
        <p:spPr>
          <a:xfrm>
            <a:off x="2578608" y="11430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7B2FBE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78608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78608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Spring MVC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78608" y="19019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@Controller, @GetMapping, @PostMapping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005840"/>
            <a:ext cx="2011680" cy="169164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005840"/>
            <a:ext cx="201168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4727448" y="11430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C896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27448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27448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Thymeleaf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27448" y="19019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HTML template engine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005840"/>
            <a:ext cx="2011680" cy="169164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00584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876288" y="114300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F6B35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76288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76288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Spring Data JPA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76288" y="19019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Pageable queries, CRUD repositories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926080"/>
            <a:ext cx="2011680" cy="169164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926080"/>
            <a:ext cx="201168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" y="306324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53E3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9768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9768" y="38221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data, product &amp; order storage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68880" y="2926080"/>
            <a:ext cx="2011680" cy="169164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68880" y="2926080"/>
            <a:ext cx="201168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7" name="Shape 35"/>
          <p:cNvSpPr/>
          <p:nvPr/>
        </p:nvSpPr>
        <p:spPr>
          <a:xfrm>
            <a:off x="2578608" y="306324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3182C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578608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78608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Razorpay SDK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578608" y="38221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 &amp; payment processing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2926080"/>
            <a:ext cx="2011680" cy="169164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292608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727448" y="306324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727448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27448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JavaMail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727448" y="38221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SMTP-based transactional email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66560" y="2926080"/>
            <a:ext cx="2011680" cy="169164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66560" y="2926080"/>
            <a:ext cx="201168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49" name="Shape 47"/>
          <p:cNvSpPr/>
          <p:nvPr/>
        </p:nvSpPr>
        <p:spPr>
          <a:xfrm>
            <a:off x="6876288" y="306324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7B2FBE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876288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76288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Maven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76288" y="38221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 &amp; build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B2FBE">
              <a:alpha val="8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274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🖥️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Project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Screenshots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743200" y="2971800"/>
            <a:ext cx="3657600" cy="36576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actual running application — all pages built and tested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31D3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49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64208" y="374904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31D35"/>
          </a:solidFill>
          <a:ln/>
        </p:spPr>
      </p:sp>
      <p:sp>
        <p:nvSpPr>
          <p:cNvPr id="12" name="Text 10"/>
          <p:cNvSpPr/>
          <p:nvPr/>
        </p:nvSpPr>
        <p:spPr>
          <a:xfrm>
            <a:off x="1664208" y="3749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71216" y="374904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31D35"/>
          </a:solidFill>
          <a:ln/>
        </p:spPr>
      </p:sp>
      <p:sp>
        <p:nvSpPr>
          <p:cNvPr id="14" name="Text 12"/>
          <p:cNvSpPr/>
          <p:nvPr/>
        </p:nvSpPr>
        <p:spPr>
          <a:xfrm>
            <a:off x="2871216" y="3749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78224" y="374904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31D35"/>
          </a:solidFill>
          <a:ln/>
        </p:spPr>
      </p:sp>
      <p:sp>
        <p:nvSpPr>
          <p:cNvPr id="16" name="Text 14"/>
          <p:cNvSpPr/>
          <p:nvPr/>
        </p:nvSpPr>
        <p:spPr>
          <a:xfrm>
            <a:off x="4078224" y="3749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85232" y="374904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31D35"/>
          </a:solidFill>
          <a:ln/>
        </p:spPr>
      </p:sp>
      <p:sp>
        <p:nvSpPr>
          <p:cNvPr id="18" name="Text 16"/>
          <p:cNvSpPr/>
          <p:nvPr/>
        </p:nvSpPr>
        <p:spPr>
          <a:xfrm>
            <a:off x="5285232" y="3749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374904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31D35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749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99248" y="374904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31D35"/>
          </a:solidFill>
          <a:ln/>
        </p:spPr>
      </p:sp>
      <p:sp>
        <p:nvSpPr>
          <p:cNvPr id="22" name="Text 20"/>
          <p:cNvSpPr/>
          <p:nvPr/>
        </p:nvSpPr>
        <p:spPr>
          <a:xfrm>
            <a:off x="7699248" y="3749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31D3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pages  •  Spring Boot MVC  •  localhost:8081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 &amp; ADMIN LOGIN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32004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41248"/>
            <a:ext cx="4023360" cy="32004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4023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11480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114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🏠  Home Page — Role Selection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with Admin Login &amp; User Login buttons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841248"/>
            <a:ext cx="4023360" cy="32004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841248"/>
            <a:ext cx="4023360" cy="3200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411480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7B2FBE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4114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 Admin Login — Secure Auth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 with credential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DASHBOARD &amp; PRODUCT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029200" cy="4572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41248"/>
            <a:ext cx="4023360" cy="32004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4023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11480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7B2FB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114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Admin Dashboard — Product Grid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• Update • Delete controls for each product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841248"/>
            <a:ext cx="4023360" cy="32004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841248"/>
            <a:ext cx="4023360" cy="3200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411480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00C896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4114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➕  Add Product — Form with Image Upload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Price, Quantity, Description &amp; image file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LOGIN &amp; REGISTRATION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3657600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41248"/>
            <a:ext cx="4023360" cy="32004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4023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11480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114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 User Login Page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login with session creation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841248"/>
            <a:ext cx="4023360" cy="32004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841248"/>
            <a:ext cx="4023360" cy="3200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411480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FF6B35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4114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 User Registration Form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Password, City &amp; Phone fields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DASHBOARD &amp; SHOPPING CART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4572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41248"/>
            <a:ext cx="4023360" cy="32004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4023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11480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114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🛍️  User Dashboard — Product Catalog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catalog with Add to Cart &amp; stock display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841248"/>
            <a:ext cx="4023360" cy="32004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841248"/>
            <a:ext cx="4023360" cy="3200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411480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00C896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4114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🛒  Shopping Cart — Review &amp; Checkout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items, qty, total amount &amp; checkout button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RAZORPAY PAYMENT &amp; ORDERS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4114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41248"/>
            <a:ext cx="4023360" cy="32004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4023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11480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114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💳  Razorpay — Payment Gateway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Cards, EMI, Netbanking, Wallets &amp; Pay Later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841248"/>
            <a:ext cx="4023360" cy="3200400"/>
          </a:xfrm>
          <a:prstGeom prst="rect">
            <a:avLst/>
          </a:prstGeom>
          <a:solidFill>
            <a:srgbClr val="131D35"/>
          </a:solidFill>
          <a:ln/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841248"/>
            <a:ext cx="4023360" cy="3200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411480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7B2FBE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4114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My Orders — Order History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4626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Amount, Status, Email &amp; Contact details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B2FBE">
              <a:alpha val="8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3657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🌿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 Platform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Production-Ready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06324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131D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632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Secure Auth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306324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131D35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30632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 Payments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306324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131D35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30632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Email Alerts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306324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131D35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30632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Paginated UI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306324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131D35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30632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Stock Control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31D3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MVC  •  Thymeleaf  •  MySQL  •  Razorpay  •  JavaMail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 E-Commerce Platform</dc:title>
  <dc:subject>PptxGenJS Presentation</dc:subject>
  <dc:creator>PptxGenJS</dc:creator>
  <cp:lastModifiedBy>PptxGenJS</cp:lastModifiedBy>
  <cp:revision>1</cp:revision>
  <dcterms:created xsi:type="dcterms:W3CDTF">2026-05-18T07:25:23Z</dcterms:created>
  <dcterms:modified xsi:type="dcterms:W3CDTF">2026-05-18T07:25:23Z</dcterms:modified>
</cp:coreProperties>
</file>